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646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F22B12-04E1-C16E-A949-CE08BEBED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1360D1A-ED12-30C7-99B7-3CED2723A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017358-AD34-9828-5117-ADD6C629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032D7E-6E3B-4F03-CEF7-22E964CD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CE0833-ED1C-EF46-EABA-5107C54D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5673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8B1FA8-EA4A-6C52-EF67-4659649DD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0D8574-9A67-F14F-175B-985241ADA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DAA514-0A04-E8C6-0FAB-FE54EF2E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5D7972-BDAE-35C4-9B20-B94C3C013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612DFA-C03A-2D5A-B078-F13B93848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450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FBCC44-D067-684D-8AD3-F9AFADF3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675356-A2D8-0DF3-5A38-1A3930B55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4504BF-E61B-9933-51C3-A6C64E4C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4E8734-EA41-BA9F-4C8D-5290C9275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D24166-7B76-FBB6-655C-AA858E08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8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A7264D-B9FA-377B-37EB-60FAB67E7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017E98-87BD-51DF-4FA8-9B3807CBD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BE7BC0-937D-0558-BA91-11BAE8AC7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BEE427-6E11-110A-DF37-F96F03039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5A7013-A5FB-E555-70BD-6F9605AA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B1226E-81BC-0A15-ECFC-87830703A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94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A552E-DD9E-BB74-8183-1530245BD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61496A-8ACF-0128-9567-69942607A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95207F-7707-2A85-E080-B8B109F81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54D428-D905-F468-C3A3-57454C8A1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ADA7C8E-ED5A-FA7B-01E6-C021F22C0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B6566F2-EB12-3A5A-5D62-3C3604345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7976EA2-C764-33D0-0652-6D41F40E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4D1E16-CD89-2094-1E8E-CBAAC368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44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DD707B-8C3C-172F-81DB-88E8FF7E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93ADCDA-732A-0591-B0DA-DC08CAFD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D8128BC-6A11-343C-BFFA-E87EC6CD5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7AF37F-EE0D-6CF3-4805-95CCA9065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456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7B842D4-65CB-27EB-9EE4-8593732B1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4286C0-CDE0-FBF2-796F-3EE69364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90E11E-EA7F-EF94-927F-0018D0E5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90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FF3DC-23C3-5E4A-C613-9163CAA8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3743FD-B5DA-3F66-EE3D-C786EE1A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E45E7C-7771-48C5-EE9C-9F0099E7E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669F2C-8ADF-3327-8CD6-4939A167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B3B4FE-A6C1-DE01-3CC2-D2E9ED37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0D8024-A7B4-F406-1103-BBA692D4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98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3CDBE3-82A9-3A75-34B5-0579B1F5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ED6B29D-D6B2-ABA4-1F7D-EC3A9430C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0D2224-0478-CCBB-0AFF-A5C8F3091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B24813-B772-3546-D824-A8F6DABA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5178677-8131-A62E-D4C6-DCAED5D2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0E1F074-F72F-C7EA-937D-BC8DCA80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8740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E1E3F5-F696-8EDE-D0E0-0675D2CE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7139B52-18CF-C7EE-9BF7-2A5CC29D1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139B47-8CE3-EA12-3B09-3E63A048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1D0882-D825-D0BC-7614-A08E9FF8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1F2F88-AD4C-0991-B641-14A77A53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17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CD2C713-8585-DB5C-A84B-85A81CDC1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3941BB-A3B2-A715-1E7E-CF5EED4F7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A7E713-D613-E3C3-E7F2-93CE2C82C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4FD2D7-DB74-4C73-2ECA-4EB49BAA8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5CCBF8-E2FC-15FD-6D29-DAB30CBB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9238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C3EFD1E-3906-52D4-F9CE-11A0E74FA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6B46DD-F852-3906-ABDB-8C31C51FB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94A00D-4088-0934-BCDB-C7C38A470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4CAF9-43DD-4DC8-8A36-A7D0501472C8}" type="datetimeFigureOut">
              <a:rPr kumimoji="1" lang="ja-JP" altLang="en-US" smtClean="0"/>
              <a:t>2025/2/21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5DD1BA-DA46-DFD8-4946-2A3CF0B3B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14D228-A72F-7EA0-E775-F56F0D5FA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6FD72-6BF0-4817-B0F4-F56ED8A7A9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602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76DADC-FC5F-029E-055A-4985A6C6EF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8D7BFC2-098C-869E-130B-559E429E8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617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D0A39A3-0A6E-0DBF-6055-537DCB050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393"/>
            <a:ext cx="12192000" cy="534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284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6AE9-8BC0-7843-1501-FFEF1406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8257726-BBF4-D52D-7576-2C5F1F4AD562}"/>
              </a:ext>
            </a:extLst>
          </p:cNvPr>
          <p:cNvSpPr/>
          <p:nvPr/>
        </p:nvSpPr>
        <p:spPr>
          <a:xfrm>
            <a:off x="1129861" y="4777262"/>
            <a:ext cx="9654128" cy="7119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D4A0A4E2-1796-D0A2-0941-908D8D09C6DE}"/>
              </a:ext>
            </a:extLst>
          </p:cNvPr>
          <p:cNvSpPr/>
          <p:nvPr/>
        </p:nvSpPr>
        <p:spPr>
          <a:xfrm>
            <a:off x="1108465" y="3231311"/>
            <a:ext cx="9654128" cy="7119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F5282A50-A9F3-F00E-F7F1-C3B3069FAB5B}"/>
              </a:ext>
            </a:extLst>
          </p:cNvPr>
          <p:cNvSpPr/>
          <p:nvPr/>
        </p:nvSpPr>
        <p:spPr>
          <a:xfrm>
            <a:off x="1129861" y="1611985"/>
            <a:ext cx="9654128" cy="7119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9910844-7496-5BAB-7DE0-05420CA4FF41}"/>
              </a:ext>
            </a:extLst>
          </p:cNvPr>
          <p:cNvCxnSpPr/>
          <p:nvPr/>
        </p:nvCxnSpPr>
        <p:spPr>
          <a:xfrm>
            <a:off x="1429406" y="1376855"/>
            <a:ext cx="933318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0FB0094-F189-2E85-FF35-45D16B14BB1D}"/>
              </a:ext>
            </a:extLst>
          </p:cNvPr>
          <p:cNvCxnSpPr>
            <a:cxnSpLocks/>
          </p:cNvCxnSpPr>
          <p:nvPr/>
        </p:nvCxnSpPr>
        <p:spPr>
          <a:xfrm>
            <a:off x="2538248" y="1471448"/>
            <a:ext cx="0" cy="408819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4DFA1EA-3CD9-C618-5821-2A3DDD918D7D}"/>
              </a:ext>
            </a:extLst>
          </p:cNvPr>
          <p:cNvSpPr txBox="1"/>
          <p:nvPr/>
        </p:nvSpPr>
        <p:spPr>
          <a:xfrm>
            <a:off x="977461" y="730524"/>
            <a:ext cx="1324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人と</a:t>
            </a:r>
            <a:endParaRPr kumimoji="1" lang="en-US" altLang="ja-JP" dirty="0"/>
          </a:p>
          <a:p>
            <a:r>
              <a:rPr kumimoji="1" lang="ja-JP" altLang="en-US" dirty="0"/>
              <a:t>タスク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5DE96B9-15D9-D20E-E68A-6F2180BFB639}"/>
              </a:ext>
            </a:extLst>
          </p:cNvPr>
          <p:cNvCxnSpPr>
            <a:cxnSpLocks/>
          </p:cNvCxnSpPr>
          <p:nvPr/>
        </p:nvCxnSpPr>
        <p:spPr>
          <a:xfrm>
            <a:off x="1216959" y="647235"/>
            <a:ext cx="1200420" cy="5851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AF228B0-C170-09C7-F238-2716173E3123}"/>
              </a:ext>
            </a:extLst>
          </p:cNvPr>
          <p:cNvSpPr txBox="1"/>
          <p:nvPr/>
        </p:nvSpPr>
        <p:spPr>
          <a:xfrm>
            <a:off x="1891861" y="647234"/>
            <a:ext cx="52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月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A2CD801-EA55-7F48-6C02-40AA98305AA1}"/>
              </a:ext>
            </a:extLst>
          </p:cNvPr>
          <p:cNvSpPr txBox="1"/>
          <p:nvPr/>
        </p:nvSpPr>
        <p:spPr>
          <a:xfrm>
            <a:off x="2931344" y="922317"/>
            <a:ext cx="120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～</a:t>
            </a:r>
            <a:r>
              <a:rPr kumimoji="1" lang="en-US" altLang="ja-JP" dirty="0"/>
              <a:t>2/21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DC072D8-A641-BEF1-00EE-3BB07ADDC7AE}"/>
              </a:ext>
            </a:extLst>
          </p:cNvPr>
          <p:cNvSpPr txBox="1"/>
          <p:nvPr/>
        </p:nvSpPr>
        <p:spPr>
          <a:xfrm>
            <a:off x="1073586" y="1592685"/>
            <a:ext cx="7116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A</a:t>
            </a:r>
            <a:r>
              <a:rPr kumimoji="1" lang="en-US" altLang="ja-JP" dirty="0"/>
              <a:t> </a:t>
            </a:r>
            <a:endParaRPr lang="en-US" altLang="ja-JP" dirty="0"/>
          </a:p>
          <a:p>
            <a:r>
              <a:rPr lang="ja-JP" altLang="en-US" sz="1200" dirty="0"/>
              <a:t>さん</a:t>
            </a:r>
            <a:endParaRPr kumimoji="1" lang="en-US" altLang="ja-JP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4B8D97B-992B-62E8-656D-0A06F0147FBE}"/>
              </a:ext>
            </a:extLst>
          </p:cNvPr>
          <p:cNvSpPr txBox="1"/>
          <p:nvPr/>
        </p:nvSpPr>
        <p:spPr>
          <a:xfrm>
            <a:off x="1560395" y="1592684"/>
            <a:ext cx="1176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フレーム</a:t>
            </a:r>
            <a:endParaRPr kumimoji="1" lang="en-US" altLang="ja-JP" sz="1600" dirty="0"/>
          </a:p>
          <a:p>
            <a:r>
              <a:rPr kumimoji="1" lang="ja-JP" altLang="en-US" sz="1600" dirty="0"/>
              <a:t>地図</a:t>
            </a:r>
            <a:endParaRPr kumimoji="1" lang="en-US" altLang="ja-JP" sz="16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FAB2441-6B00-2077-C9CD-3499BEB6A77A}"/>
              </a:ext>
            </a:extLst>
          </p:cNvPr>
          <p:cNvSpPr txBox="1"/>
          <p:nvPr/>
        </p:nvSpPr>
        <p:spPr>
          <a:xfrm>
            <a:off x="1073586" y="2402912"/>
            <a:ext cx="7116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B</a:t>
            </a:r>
            <a:r>
              <a:rPr kumimoji="1" lang="en-US" altLang="ja-JP" dirty="0"/>
              <a:t> </a:t>
            </a:r>
            <a:endParaRPr lang="en-US" altLang="ja-JP" dirty="0"/>
          </a:p>
          <a:p>
            <a:r>
              <a:rPr lang="ja-JP" altLang="en-US" sz="1200" dirty="0"/>
              <a:t>さん</a:t>
            </a:r>
            <a:endParaRPr kumimoji="1" lang="en-US" altLang="ja-JP" sz="12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6AD3657-AE1F-A234-CF46-B34CD5F151E6}"/>
              </a:ext>
            </a:extLst>
          </p:cNvPr>
          <p:cNvSpPr txBox="1"/>
          <p:nvPr/>
        </p:nvSpPr>
        <p:spPr>
          <a:xfrm>
            <a:off x="1560395" y="2402911"/>
            <a:ext cx="1176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観光地の詳細機能</a:t>
            </a:r>
            <a:endParaRPr kumimoji="1" lang="en-US" altLang="ja-JP" sz="16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67A8BCA-4699-1E56-92A6-DAE9A27D2E09}"/>
              </a:ext>
            </a:extLst>
          </p:cNvPr>
          <p:cNvSpPr txBox="1"/>
          <p:nvPr/>
        </p:nvSpPr>
        <p:spPr>
          <a:xfrm>
            <a:off x="1073586" y="3213139"/>
            <a:ext cx="7116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C</a:t>
            </a:r>
            <a:r>
              <a:rPr kumimoji="1" lang="en-US" altLang="ja-JP" dirty="0"/>
              <a:t> </a:t>
            </a:r>
            <a:endParaRPr lang="en-US" altLang="ja-JP" dirty="0"/>
          </a:p>
          <a:p>
            <a:r>
              <a:rPr lang="ja-JP" altLang="en-US" sz="1200" dirty="0"/>
              <a:t>さん</a:t>
            </a:r>
            <a:endParaRPr kumimoji="1" lang="en-US" altLang="ja-JP" sz="12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A6564EC-CE53-B845-CEE2-966C78D71735}"/>
              </a:ext>
            </a:extLst>
          </p:cNvPr>
          <p:cNvSpPr txBox="1"/>
          <p:nvPr/>
        </p:nvSpPr>
        <p:spPr>
          <a:xfrm>
            <a:off x="1560395" y="3213138"/>
            <a:ext cx="1176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/>
              <a:t>周辺の</a:t>
            </a:r>
            <a:endParaRPr lang="en-US" altLang="ja-JP" sz="1600" dirty="0"/>
          </a:p>
          <a:p>
            <a:r>
              <a:rPr kumimoji="1" lang="ja-JP" altLang="en-US" sz="1600" dirty="0"/>
              <a:t>お店</a:t>
            </a:r>
            <a:endParaRPr kumimoji="1" lang="en-US" altLang="ja-JP" sz="16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080F3B9-E6D5-3F89-1FE4-1C71CC77D708}"/>
              </a:ext>
            </a:extLst>
          </p:cNvPr>
          <p:cNvSpPr txBox="1"/>
          <p:nvPr/>
        </p:nvSpPr>
        <p:spPr>
          <a:xfrm>
            <a:off x="1073586" y="4020759"/>
            <a:ext cx="7116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D</a:t>
            </a:r>
            <a:r>
              <a:rPr kumimoji="1" lang="en-US" altLang="ja-JP" dirty="0"/>
              <a:t> </a:t>
            </a:r>
            <a:endParaRPr lang="en-US" altLang="ja-JP" dirty="0"/>
          </a:p>
          <a:p>
            <a:r>
              <a:rPr lang="ja-JP" altLang="en-US" sz="1200" dirty="0"/>
              <a:t>さん</a:t>
            </a:r>
            <a:endParaRPr kumimoji="1" lang="en-US" altLang="ja-JP" sz="12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40AD5F1-235D-F4BD-4BA1-5EF1AEA20E7D}"/>
              </a:ext>
            </a:extLst>
          </p:cNvPr>
          <p:cNvSpPr txBox="1"/>
          <p:nvPr/>
        </p:nvSpPr>
        <p:spPr>
          <a:xfrm>
            <a:off x="1560395" y="4020758"/>
            <a:ext cx="1176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/>
              <a:t>バッジ</a:t>
            </a:r>
            <a:endParaRPr lang="en-US" altLang="ja-JP" sz="1600" dirty="0"/>
          </a:p>
          <a:p>
            <a:r>
              <a:rPr kumimoji="1" lang="ja-JP" altLang="en-US" sz="1600" dirty="0"/>
              <a:t>機能</a:t>
            </a:r>
            <a:endParaRPr kumimoji="1" lang="en-US" altLang="ja-JP" sz="16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260FA45-2594-06D8-715F-E46D0530FC7A}"/>
              </a:ext>
            </a:extLst>
          </p:cNvPr>
          <p:cNvSpPr txBox="1"/>
          <p:nvPr/>
        </p:nvSpPr>
        <p:spPr>
          <a:xfrm>
            <a:off x="1073586" y="4790201"/>
            <a:ext cx="7116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E</a:t>
            </a:r>
            <a:r>
              <a:rPr kumimoji="1" lang="en-US" altLang="ja-JP" dirty="0"/>
              <a:t> </a:t>
            </a:r>
            <a:endParaRPr lang="en-US" altLang="ja-JP" dirty="0"/>
          </a:p>
          <a:p>
            <a:r>
              <a:rPr lang="ja-JP" altLang="en-US" sz="1200" dirty="0"/>
              <a:t>さん</a:t>
            </a:r>
            <a:endParaRPr kumimoji="1" lang="en-US" altLang="ja-JP" sz="12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1E86674-F15C-E79F-0036-86C544C5D91F}"/>
              </a:ext>
            </a:extLst>
          </p:cNvPr>
          <p:cNvSpPr txBox="1"/>
          <p:nvPr/>
        </p:nvSpPr>
        <p:spPr>
          <a:xfrm>
            <a:off x="1560395" y="4790200"/>
            <a:ext cx="1176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/>
              <a:t>情報</a:t>
            </a:r>
            <a:endParaRPr lang="en-US" altLang="ja-JP" sz="1600" dirty="0"/>
          </a:p>
          <a:p>
            <a:r>
              <a:rPr kumimoji="1" lang="ja-JP" altLang="en-US" sz="1600" dirty="0"/>
              <a:t>収集</a:t>
            </a:r>
            <a:endParaRPr kumimoji="1" lang="en-US" altLang="ja-JP" sz="1600" dirty="0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EE0E9A79-8BAB-4B4F-3CB0-2F5C059257C4}"/>
              </a:ext>
            </a:extLst>
          </p:cNvPr>
          <p:cNvSpPr/>
          <p:nvPr/>
        </p:nvSpPr>
        <p:spPr>
          <a:xfrm>
            <a:off x="2736461" y="1675828"/>
            <a:ext cx="1062525" cy="6020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フレーム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完了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AEF9AC0A-45C1-E5AA-1272-F62076E6EF2A}"/>
              </a:ext>
            </a:extLst>
          </p:cNvPr>
          <p:cNvSpPr/>
          <p:nvPr/>
        </p:nvSpPr>
        <p:spPr>
          <a:xfrm>
            <a:off x="3924397" y="1684909"/>
            <a:ext cx="2753852" cy="3786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GPS</a:t>
            </a:r>
            <a:r>
              <a:rPr kumimoji="1" lang="ja-JP" altLang="en-US" sz="1600" dirty="0">
                <a:solidFill>
                  <a:schemeClr val="tx1"/>
                </a:solidFill>
              </a:rPr>
              <a:t>機能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CB441935-70F6-7567-3A6E-4942C532A6CC}"/>
              </a:ext>
            </a:extLst>
          </p:cNvPr>
          <p:cNvSpPr/>
          <p:nvPr/>
        </p:nvSpPr>
        <p:spPr>
          <a:xfrm>
            <a:off x="5171322" y="2405721"/>
            <a:ext cx="1506927" cy="3786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観光地の詳細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78EA7123-F831-B484-541C-A6C4EDAF4180}"/>
              </a:ext>
            </a:extLst>
          </p:cNvPr>
          <p:cNvSpPr/>
          <p:nvPr/>
        </p:nvSpPr>
        <p:spPr>
          <a:xfrm>
            <a:off x="5171322" y="3305250"/>
            <a:ext cx="1506927" cy="3786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周辺のお店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7AE11806-F0D8-7675-6195-14F71BD5E4F8}"/>
              </a:ext>
            </a:extLst>
          </p:cNvPr>
          <p:cNvSpPr/>
          <p:nvPr/>
        </p:nvSpPr>
        <p:spPr>
          <a:xfrm>
            <a:off x="5924784" y="4089772"/>
            <a:ext cx="1506927" cy="37865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バッジ機能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C6E0D921-EF3A-2A28-08DE-A0C9E0FB2FCD}"/>
              </a:ext>
            </a:extLst>
          </p:cNvPr>
          <p:cNvSpPr/>
          <p:nvPr/>
        </p:nvSpPr>
        <p:spPr>
          <a:xfrm>
            <a:off x="3924397" y="4930064"/>
            <a:ext cx="1803676" cy="3786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公園の情報収集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B2E3746-E5AA-1CF3-8473-BACA076BF4AD}"/>
              </a:ext>
            </a:extLst>
          </p:cNvPr>
          <p:cNvSpPr txBox="1"/>
          <p:nvPr/>
        </p:nvSpPr>
        <p:spPr>
          <a:xfrm>
            <a:off x="4369800" y="922317"/>
            <a:ext cx="120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～</a:t>
            </a:r>
            <a:r>
              <a:rPr lang="en-US" altLang="ja-JP" dirty="0"/>
              <a:t>3/4</a:t>
            </a:r>
            <a:endParaRPr kumimoji="1" lang="ja-JP" altLang="en-US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0F4329A-F7B2-C899-D9AC-2F4498005ACE}"/>
              </a:ext>
            </a:extLst>
          </p:cNvPr>
          <p:cNvSpPr txBox="1"/>
          <p:nvPr/>
        </p:nvSpPr>
        <p:spPr>
          <a:xfrm>
            <a:off x="5804525" y="922317"/>
            <a:ext cx="120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～</a:t>
            </a:r>
            <a:r>
              <a:rPr lang="en-US" altLang="ja-JP" dirty="0"/>
              <a:t>3/10</a:t>
            </a:r>
            <a:endParaRPr kumimoji="1" lang="ja-JP" altLang="en-US" dirty="0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D627F681-B73D-C3E8-B26A-22BB3B593E00}"/>
              </a:ext>
            </a:extLst>
          </p:cNvPr>
          <p:cNvSpPr/>
          <p:nvPr/>
        </p:nvSpPr>
        <p:spPr>
          <a:xfrm>
            <a:off x="3924397" y="2400020"/>
            <a:ext cx="1149450" cy="3786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学習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1B5BF371-863F-B467-6828-9CC284416D7A}"/>
              </a:ext>
            </a:extLst>
          </p:cNvPr>
          <p:cNvSpPr/>
          <p:nvPr/>
        </p:nvSpPr>
        <p:spPr>
          <a:xfrm>
            <a:off x="3923956" y="3299549"/>
            <a:ext cx="1149890" cy="3786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学習</a:t>
            </a:r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285C1C55-0693-1795-BA0E-7B9D65799114}"/>
              </a:ext>
            </a:extLst>
          </p:cNvPr>
          <p:cNvSpPr/>
          <p:nvPr/>
        </p:nvSpPr>
        <p:spPr>
          <a:xfrm>
            <a:off x="3950574" y="4084071"/>
            <a:ext cx="1149890" cy="3786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学習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C3291A4-A9D0-A237-B64F-009F8DC2AB6F}"/>
              </a:ext>
            </a:extLst>
          </p:cNvPr>
          <p:cNvSpPr txBox="1"/>
          <p:nvPr/>
        </p:nvSpPr>
        <p:spPr>
          <a:xfrm>
            <a:off x="6646502" y="922317"/>
            <a:ext cx="120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～</a:t>
            </a:r>
            <a:r>
              <a:rPr lang="en-US" altLang="ja-JP" dirty="0"/>
              <a:t>3/14</a:t>
            </a:r>
            <a:endParaRPr kumimoji="1" lang="ja-JP" altLang="en-US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613A195-39E2-E227-8563-17BC7650F10D}"/>
              </a:ext>
            </a:extLst>
          </p:cNvPr>
          <p:cNvSpPr txBox="1"/>
          <p:nvPr/>
        </p:nvSpPr>
        <p:spPr>
          <a:xfrm>
            <a:off x="8028326" y="922317"/>
            <a:ext cx="120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</a:t>
            </a:r>
            <a:r>
              <a:rPr kumimoji="1" lang="ja-JP" altLang="en-US" dirty="0"/>
              <a:t>月下旬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AECA4415-7153-0D8B-3A6D-043C136D99EC}"/>
              </a:ext>
            </a:extLst>
          </p:cNvPr>
          <p:cNvSpPr/>
          <p:nvPr/>
        </p:nvSpPr>
        <p:spPr>
          <a:xfrm>
            <a:off x="7559996" y="1679197"/>
            <a:ext cx="404068" cy="3689805"/>
          </a:xfrm>
          <a:prstGeom prst="roundRect">
            <a:avLst/>
          </a:prstGeom>
          <a:solidFill>
            <a:srgbClr val="FF99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統合・開発テスト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1BE5FD29-1088-5FEC-1683-E7C1A5D9068F}"/>
              </a:ext>
            </a:extLst>
          </p:cNvPr>
          <p:cNvSpPr/>
          <p:nvPr/>
        </p:nvSpPr>
        <p:spPr>
          <a:xfrm>
            <a:off x="8053997" y="1666079"/>
            <a:ext cx="404068" cy="3689805"/>
          </a:xfrm>
          <a:prstGeom prst="roundRect">
            <a:avLst/>
          </a:prstGeom>
          <a:solidFill>
            <a:srgbClr val="FF99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実地試験</a:t>
            </a: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E7376B04-B7A3-90FB-95EC-BB9073B3CCF2}"/>
              </a:ext>
            </a:extLst>
          </p:cNvPr>
          <p:cNvSpPr/>
          <p:nvPr/>
        </p:nvSpPr>
        <p:spPr>
          <a:xfrm>
            <a:off x="8577338" y="1676397"/>
            <a:ext cx="404068" cy="3689805"/>
          </a:xfrm>
          <a:prstGeom prst="roundRect">
            <a:avLst/>
          </a:prstGeom>
          <a:solidFill>
            <a:srgbClr val="FF99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修正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FCF72A6A-28F2-AB64-1490-A97499FB43ED}"/>
              </a:ext>
            </a:extLst>
          </p:cNvPr>
          <p:cNvSpPr/>
          <p:nvPr/>
        </p:nvSpPr>
        <p:spPr>
          <a:xfrm>
            <a:off x="9100679" y="1676396"/>
            <a:ext cx="404068" cy="368980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5</a:t>
            </a:r>
            <a:r>
              <a:rPr kumimoji="1" lang="ja-JP" altLang="en-US" sz="1600" dirty="0">
                <a:solidFill>
                  <a:schemeClr val="tx1"/>
                </a:solidFill>
              </a:rPr>
              <a:t>台程度から導入開始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7F1EBA18-F990-1F15-9BE6-6CE03A13881A}"/>
              </a:ext>
            </a:extLst>
          </p:cNvPr>
          <p:cNvSpPr/>
          <p:nvPr/>
        </p:nvSpPr>
        <p:spPr>
          <a:xfrm>
            <a:off x="9678840" y="1667599"/>
            <a:ext cx="910754" cy="368980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</a:rPr>
              <a:t>台数の増加とバッジを景品に交換するシステムの構築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8E08A9EB-2774-BAE5-D6A7-E30C6BEA19B1}"/>
              </a:ext>
            </a:extLst>
          </p:cNvPr>
          <p:cNvSpPr txBox="1"/>
          <p:nvPr/>
        </p:nvSpPr>
        <p:spPr>
          <a:xfrm>
            <a:off x="9821608" y="922317"/>
            <a:ext cx="1200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4</a:t>
            </a:r>
            <a:r>
              <a:rPr kumimoji="1" lang="ja-JP" altLang="en-US" dirty="0"/>
              <a:t>月～</a:t>
            </a: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BEB3D00E-6892-E916-9430-E61506C7DD76}"/>
              </a:ext>
            </a:extLst>
          </p:cNvPr>
          <p:cNvSpPr/>
          <p:nvPr/>
        </p:nvSpPr>
        <p:spPr>
          <a:xfrm>
            <a:off x="6817651" y="1691391"/>
            <a:ext cx="586338" cy="113406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dirty="0">
                <a:solidFill>
                  <a:schemeClr val="tx1"/>
                </a:solidFill>
              </a:rPr>
              <a:t>その他</a:t>
            </a:r>
          </a:p>
        </p:txBody>
      </p:sp>
    </p:spTree>
    <p:extLst>
      <p:ext uri="{BB962C8B-B14F-4D97-AF65-F5344CB8AC3E}">
        <p14:creationId xmlns:p14="http://schemas.microsoft.com/office/powerpoint/2010/main" val="1560876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87</Words>
  <Application>Microsoft Office PowerPoint</Application>
  <PresentationFormat>ワイド画面</PresentationFormat>
  <Paragraphs>44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00 kane</dc:creator>
  <cp:lastModifiedBy>00 kane</cp:lastModifiedBy>
  <cp:revision>2</cp:revision>
  <dcterms:created xsi:type="dcterms:W3CDTF">2025-02-21T01:03:25Z</dcterms:created>
  <dcterms:modified xsi:type="dcterms:W3CDTF">2025-02-21T03:00:25Z</dcterms:modified>
</cp:coreProperties>
</file>